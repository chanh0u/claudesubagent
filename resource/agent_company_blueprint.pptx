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E3352">
              <a:alpha val="50000"/>
            </a:srgbClr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</a:rPr>
              <a:t>PLATFORM BLUEPRINT 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개발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회사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8DCFA"/>
                </a:solidFill>
              </a:rPr>
              <a:t>"AI 에이전트로 SI 개발 회사를 차린다"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8DCFA"/>
                </a:solidFill>
              </a:rPr>
              <a:t>각 인력은 agent.md 로 정의되고, 문서 하나로 POC 코드가 생성된다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1596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문서 → 코드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431596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1E33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agent.md 인력 관리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01184" y="431596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1E335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파이프라인 자동화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77456" y="431596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1E335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7456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</a:rPr>
              <a:t>Claude CLI 연동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29768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핵심 컨셉 및 기존 플랫폼과의 차이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왜 Agent 회사인가, 무엇이 달라졌나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15668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5668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9156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회사 조직 구조 — agent.md 인력 관리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1566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조직도, 인력 정의 포맷, 배정 규칙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8229600" cy="429768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68296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36829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전체 파이프라인 7단계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6829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문서 업로드부터 POC 납품까지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20924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20924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82092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문서 파싱 전략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20924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parsed-spec.json 스키마 설계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73552"/>
            <a:ext cx="8229600" cy="429768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73552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27355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PM 작업 분해 포맷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273552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project-plan.md · WBS 구조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26180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2618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261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workspace-map 설계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726180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병렬 개발 파일 충돌 완전 방지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429768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78808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1788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Claude CLI 적용 방법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178808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현재 Git 프로젝트에 즉시 적용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31436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631436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63143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개발 로드맵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4631436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Phase 1~3 구축 전략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01  CORE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컨셉 — 기존 플랫폼과 무엇이 다른가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474720"/>
          </a:xfrm>
          <a:prstGeom prst="rect">
            <a:avLst/>
          </a:prstGeom>
          <a:solidFill>
            <a:srgbClr val="F8FA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"내가 SI 개발 회사를 차린다"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20848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3A55"/>
                </a:solidFill>
              </a:rPr>
              <a:t>사람 대신 Claude Sub-Agent가 각 직무를 맡는 AI 개발 회사를 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5603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3A55"/>
                </a:solidFill>
              </a:rPr>
              <a:t>각 인력은 agent.md 파일로 정의 — 기술 스킬, 담당 영역 명시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0358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44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3A55"/>
                </a:solidFill>
              </a:rPr>
              <a:t>PM이 문서를 분석해 WBS를 작성하고 인력을 배정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5112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19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3A55"/>
                </a:solidFill>
              </a:rPr>
              <a:t>개발자들이 파일 소유권 격리 기반으로 병렬 작업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98678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953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A3A55"/>
                </a:solidFill>
              </a:rPr>
              <a:t>QA·보안이 검수 후 ZIP/Git으로 납품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143000" cy="347472"/>
          </a:xfrm>
          <a:prstGeom prst="rect">
            <a:avLst/>
          </a:prstGeom>
          <a:solidFill>
            <a:srgbClr val="152238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41732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항목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1417320"/>
            <a:ext cx="1234440" cy="347472"/>
          </a:xfrm>
          <a:prstGeom prst="rect">
            <a:avLst/>
          </a:prstGeom>
          <a:solidFill>
            <a:srgbClr val="152238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141732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기존 v2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417320"/>
            <a:ext cx="1645920" cy="347472"/>
          </a:xfrm>
          <a:prstGeom prst="rect">
            <a:avLst/>
          </a:prstGeom>
          <a:solidFill>
            <a:srgbClr val="152238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141732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회사 v3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764792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176479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요구사항 수집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764792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176479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대화 입력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176479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문서 업로드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112264"/>
            <a:ext cx="114300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211226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인력 편성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2112264"/>
            <a:ext cx="1234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211226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자동 추론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2112264"/>
            <a:ext cx="164592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9752" y="211226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PM이 WBS 기반 배정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459736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2459736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인력 정의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06440" y="2459736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9592" y="245973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역할 중심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86600" y="245973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9752" y="245973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skills 섹션 명시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2807208"/>
            <a:ext cx="114300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280720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파일 충돌 방지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06440" y="2807208"/>
            <a:ext cx="1234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280720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소유권 선언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2807208"/>
            <a:ext cx="164592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280720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workspace-map.json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3154680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315468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Git 연동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06440" y="3154680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31546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238"/>
                </a:solidFill>
              </a:rPr>
              <a:t>독립 플랫폼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86600" y="315468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31546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현재 프로젝트 직접 통합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02  ORGANIZATION 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조직 구조 — agent.md 인력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각 인력은 skills 섹션에 보유 기술을 명시 · PM이 태스크 유형으로 자동 매칭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444752"/>
            <a:ext cx="22860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document-parser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어떤 형식이든 JSON으로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048256"/>
            <a:ext cx="2286000" cy="438912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project-manager (PM)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A"/>
                </a:solidFill>
              </a:rPr>
              <a:t>WBS · 인력 배정 · workspace-map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883664"/>
            <a:ext cx="0" cy="16459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87168"/>
            <a:ext cx="0" cy="164592"/>
          </a:xfrm>
          <a:prstGeom prst="line">
            <a:avLst/>
          </a:prstGeom>
          <a:noFill/>
          <a:ln w="6350">
            <a:solidFill>
              <a:srgbClr val="8FA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651760"/>
            <a:ext cx="5394960" cy="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651760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2651760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651760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651760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651760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1207008" cy="475488"/>
          </a:xfrm>
          <a:prstGeom prst="rect">
            <a:avLst/>
          </a:prstGeom>
          <a:solidFill>
            <a:srgbClr val="F0F7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346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system-analyst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요건 정제·API 명세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91640" y="2834640"/>
            <a:ext cx="1207008" cy="475488"/>
          </a:xfrm>
          <a:prstGeom prst="rect">
            <a:avLst/>
          </a:prstGeom>
          <a:solidFill>
            <a:srgbClr val="F0F7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8346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solution-architect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0175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기술스택·아키텍처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34640" y="2834640"/>
            <a:ext cx="1207008" cy="475488"/>
          </a:xfrm>
          <a:prstGeom prst="rect">
            <a:avLst/>
          </a:prstGeom>
          <a:solidFill>
            <a:srgbClr val="F0F7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8346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tech-lead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30175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개발 조율·머지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96512" y="2834640"/>
            <a:ext cx="1207008" cy="475488"/>
          </a:xfrm>
          <a:prstGeom prst="rect">
            <a:avLst/>
          </a:prstGeom>
          <a:solidFill>
            <a:srgbClr val="F0F7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96512" y="28346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qa-lead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96512" y="30175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테스트·품질 기준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49240" y="2834640"/>
            <a:ext cx="1207008" cy="475488"/>
          </a:xfrm>
          <a:prstGeom prst="rect">
            <a:avLst/>
          </a:prstGeom>
          <a:solidFill>
            <a:srgbClr val="F0F7F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8346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security-eng.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301752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OWASP 감사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0" y="3310128"/>
            <a:ext cx="3200400" cy="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0" y="3310128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3310128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310128"/>
            <a:ext cx="0" cy="182880"/>
          </a:xfrm>
          <a:prstGeom prst="line">
            <a:avLst/>
          </a:prstGeom>
          <a:noFill/>
          <a:ln w="6350">
            <a:solidFill>
              <a:srgbClr val="DDE6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720" y="3493008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backend-developer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8872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Python·Java·C++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697480" y="3493008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frontend-developer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9748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React·Vue·Next.js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3493008"/>
            <a:ext cx="146304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database-engineer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4340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PG·MySQL·Redis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86400" y="3493008"/>
            <a:ext cx="13716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devops-engineer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3675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Docker·K8s·CI-CD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8FA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agent.md 인력 정의 형식 (frontmatter)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" y="43525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/ role / department / skills (languages, frameworks, databases) / domain_expertise / seniority / tools_allowed / model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03 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 7단계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문서 업로드부터 docker-compose up -d 까지 — 피드백 루프 포함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8FA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429768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8C8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4173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문서 업로드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RFP · 기능명세 · 사용자스토리 · ERD · 화면설계서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86600" y="14173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64008" cy="4297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745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18745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문서 파싱·정규화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18745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형식 감지 → 섹션 추출 → 의미 분류 → parsed-spec.json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18745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document-parser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31720"/>
            <a:ext cx="64008" cy="429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3317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23317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 검토·작업 분해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3317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WBS 작성 → 인력 배정 → project-plan.md + workspace-map.json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86600" y="23317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project-manager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88920"/>
            <a:ext cx="64008" cy="429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7889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" y="27889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분석·설계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27889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요건 정제 → API 명세 → 아키텍처 → DB 스키마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86600" y="27889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system-analyst + solution-architect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46120"/>
            <a:ext cx="64008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2461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32461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병렬 개발 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0" y="32461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backend / frontend / database / devops 동시 진행 (workspace-map 격리)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86600" y="32461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tech-lead 조율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03320"/>
            <a:ext cx="64008" cy="4297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7033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" y="37033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보안 검토·QA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08960" y="37033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OWASP 감사 → 테스트 실행 → 품질 게이트 판정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86600" y="37033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security-eng + qa-lead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6583680" cy="429768"/>
          </a:xfrm>
          <a:prstGeom prst="rect">
            <a:avLst/>
          </a:prstGeom>
          <a:solidFill>
            <a:srgbClr val="1E3352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160520"/>
            <a:ext cx="64008" cy="429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160520"/>
            <a:ext cx="292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" y="41605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패키징·납품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108960" y="4160520"/>
            <a:ext cx="3858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.claude/ 제외 ZIP → Git push → 로컬 POC 구동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086600" y="416052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devops-engineer + PM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817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↻  피드백 루프: Stage 6 QA에서 이슈 발생 시 → PM이 재시작 지점 결정 (전체 재시작 아님)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04  DOCUMENT PARSING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파싱 전략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어떤 형식이든 parsed-spec.json 하나로 수렴 — 이 파일이 회사의 공통 언어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417320" cy="786384"/>
          </a:xfrm>
          <a:prstGeom prst="rect">
            <a:avLst/>
          </a:prstGeom>
          <a:solidFill>
            <a:srgbClr val="F8FA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4173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① 형식 감지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PDF·Word·Excel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MD·Image·TXT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810512"/>
            <a:ext cx="164592" cy="0"/>
          </a:xfrm>
          <a:prstGeom prst="line">
            <a:avLst/>
          </a:prstGeom>
          <a:noFill/>
          <a:ln w="9525">
            <a:solidFill>
              <a:srgbClr val="8FA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417320"/>
            <a:ext cx="1417320" cy="786384"/>
          </a:xfrm>
          <a:prstGeom prst="rect">
            <a:avLst/>
          </a:prstGeom>
          <a:solidFill>
            <a:srgbClr val="F8FA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417320"/>
            <a:ext cx="14173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② 섹션 분리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기능/비기능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화면/데이터 모델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56432" y="1810512"/>
            <a:ext cx="164592" cy="0"/>
          </a:xfrm>
          <a:prstGeom prst="line">
            <a:avLst/>
          </a:prstGeom>
          <a:noFill/>
          <a:ln w="9525">
            <a:solidFill>
              <a:srgbClr val="8FA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1024" y="1417320"/>
            <a:ext cx="1417320" cy="786384"/>
          </a:xfrm>
          <a:prstGeom prst="rect">
            <a:avLst/>
          </a:prstGeom>
          <a:solidFill>
            <a:srgbClr val="F8FA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21024" y="1417320"/>
            <a:ext cx="14173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③ 의미 분류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21024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feature/constraint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persona/integration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38344" y="1810512"/>
            <a:ext cx="164592" cy="0"/>
          </a:xfrm>
          <a:prstGeom prst="line">
            <a:avLst/>
          </a:prstGeom>
          <a:noFill/>
          <a:ln w="9525">
            <a:solidFill>
              <a:srgbClr val="8FA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2936" y="1417320"/>
            <a:ext cx="1417320" cy="786384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02936" y="1417320"/>
            <a:ext cx="1417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④ 누락 감지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02936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미지정 항목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질의 목록 생성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0256" y="1810512"/>
            <a:ext cx="164592" cy="0"/>
          </a:xfrm>
          <a:prstGeom prst="line">
            <a:avLst/>
          </a:prstGeom>
          <a:noFill/>
          <a:ln w="9525">
            <a:solidFill>
              <a:srgbClr val="8FA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4848" y="1417320"/>
            <a:ext cx="1417320" cy="786384"/>
          </a:xfrm>
          <a:prstGeom prst="rect">
            <a:avLst/>
          </a:prstGeom>
          <a:solidFill>
            <a:srgbClr val="F8FA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4848" y="1417320"/>
            <a:ext cx="14173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⑤ JSON 변환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84848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parsed-spec.json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4A6B"/>
                </a:solidFill>
              </a:rPr>
              <a:t>표준 출력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331720"/>
            <a:ext cx="8229600" cy="2542032"/>
          </a:xfrm>
          <a:prstGeom prst="rect">
            <a:avLst/>
          </a:prstGeom>
          <a:solidFill>
            <a:srgbClr val="F0F7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parsed-spec.json 스키마 — 5개 섹션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2715768"/>
            <a:ext cx="1508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2715768"/>
            <a:ext cx="1508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project_meta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name · domain · type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" y="3328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quality_level · deadline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12848" y="2715768"/>
            <a:ext cx="1508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2848" y="2715768"/>
            <a:ext cx="1508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2848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features[]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86000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id · name · priority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86000" y="3328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user_story · acceptance_criteria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0" y="3602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depends_on · complexity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31336" y="2715768"/>
            <a:ext cx="1508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31336" y="2715768"/>
            <a:ext cx="1508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31336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tech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04488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preferred_stack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04488" y="3328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constraints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04488" y="3602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integrations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9824" y="2715768"/>
            <a:ext cx="1508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49824" y="2715768"/>
            <a:ext cx="1508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9824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nfr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22976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performance · security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22976" y="3328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availability · compliance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68312" y="2715768"/>
            <a:ext cx="1508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68312" y="2715768"/>
            <a:ext cx="150876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68312" y="27797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clarifications_needed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41464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미지정 항목 목록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41464" y="3328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6B"/>
                </a:solidFill>
              </a:rPr>
              <a:t>· → 사용자 질의 후 계속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49651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</a:rPr>
              <a:t>⚡  clarifications_needed 가 있으면 파일 저장 후 반드시 사용자에게 목록 제시 — 추측으로 빈 칸을 채우지 않는다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05  PM WORK BREAKDOWN FORMAT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작업 분해 포맷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project-plan.md (WBS) + workspace-map.json — 모든 개발의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474720"/>
          </a:xfrm>
          <a:prstGeom prst="rect">
            <a:avLst/>
          </a:prstGeom>
          <a:solidFill>
            <a:srgbClr val="0D16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347472"/>
          </a:xfrm>
          <a:prstGeom prst="rect">
            <a:avLst/>
          </a:prstGeom>
          <a:solidFill>
            <a:srgbClr val="1E3352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project-plan.md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project_id: uuid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0253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4185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stage: 1  # 순차 실행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tasks: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8117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id: T-000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agent: system-analyst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32049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depends_on: []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stage: 2  # 병렬 실행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5981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sequential: false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tasks: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9913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id: T-001  agent: backend-dev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4187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parallel_with: [T-002,T-003]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43845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acceptance_criteria: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4581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GET /health 200 응답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53712" y="1417320"/>
            <a:ext cx="4133088" cy="3474720"/>
          </a:xfrm>
          <a:prstGeom prst="rect">
            <a:avLst/>
          </a:prstGeom>
          <a:solidFill>
            <a:srgbClr val="0D16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1417320"/>
            <a:ext cx="4133088" cy="347472"/>
          </a:xfrm>
          <a:prstGeom prst="rect">
            <a:avLst/>
          </a:prstGeom>
          <a:solidFill>
            <a:srgbClr val="1E335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workspace-map.json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81728" y="20253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"ownership":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81728" y="2221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"backend-developer": {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81728" y="24185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"owns": ["src/api/**","src/service/**"],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81728" y="2615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"reads": ["docs/**"],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81728" y="28117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"forbidden": ["src/components/**",".claude/**"]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81728" y="3008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81728" y="32049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"frontend-developer": {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81728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"owns": ["src/components/**","src/pages/**"],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81728" y="35981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"forbidden": ["src/api/**",".claude/**"]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81728" y="3794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1728" y="39913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"database-engineer": {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"owns": ["migrations/**","src/db/**"]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81728" y="43845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81728" y="4581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solidFill>
            <a:srgbClr val="F0FDFA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983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041"/>
                </a:solidFill>
              </a:rPr>
              <a:t>PM은 두 파일을 생성한 뒤 tech-lead에게 전달 → tech-lead가 workspace-map 배포 후 개발 시작 (순서 절대 준수)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06  WORKSPACE-MAP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workspace-map 설계 — 병렬 개발 충돌 완전 방지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파일 소유권을 사전에 명시 · tech-lead가 배포 후 개발 시작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29968" cy="2468880"/>
          </a:xfrm>
          <a:prstGeom prst="rect">
            <a:avLst/>
          </a:prstGeom>
          <a:solidFill>
            <a:srgbClr val="FAFB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0299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backend-developer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4A6B"/>
                </a:solidFill>
              </a:rPr>
              <a:t>owns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src/api/**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2267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src/service/**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src/domain/**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8163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3504" y="29443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docs/**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33472" y="1417320"/>
            <a:ext cx="2029968" cy="2468880"/>
          </a:xfrm>
          <a:prstGeom prst="rect">
            <a:avLst/>
          </a:prstGeom>
          <a:solidFill>
            <a:srgbClr val="FAFB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417320"/>
            <a:ext cx="2029968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4813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frontend-developer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828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4A6B"/>
                </a:solidFill>
              </a:rPr>
              <a:t>owns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79776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src/components/**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79776" y="2267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src/pages/**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79776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src/hooks/**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0" y="28163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79776" y="29443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docs/**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9744" y="1417320"/>
            <a:ext cx="2029968" cy="2468880"/>
          </a:xfrm>
          <a:prstGeom prst="rect">
            <a:avLst/>
          </a:prstGeom>
          <a:solidFill>
            <a:srgbClr val="FAFB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417320"/>
            <a:ext cx="202996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4813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database-engineer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1828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4A6B"/>
                </a:solidFill>
              </a:rPr>
              <a:t>owns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56048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migrations/**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267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src/db/**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scripts/seed.sql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19472" y="28163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29443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docs/**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86016" y="1417320"/>
            <a:ext cx="2029968" cy="2468880"/>
          </a:xfrm>
          <a:prstGeom prst="rect">
            <a:avLst/>
          </a:prstGeom>
          <a:solidFill>
            <a:srgbClr val="FAFB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86016" y="1417320"/>
            <a:ext cx="202996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14813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devops-engineer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95744" y="1828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4A6B"/>
                </a:solidFill>
              </a:rPr>
              <a:t>owns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2029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Dockerfile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22677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docker-compose.yml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0" y="25054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.github/**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95744" y="28163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reads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32320" y="29443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docs/**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0" y="31821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src/**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</a:rPr>
              <a:t>tech-lead 역할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6B"/>
                </a:solidFill>
              </a:rPr>
              <a:t>① workspace-map.json 전체 에이전트에게 브로드캐스트   |   ② tech_lead_merge_targets 파일 단독 관리 (충돌 지점)   |   ③ 병렬 개발 완료 후 Git 브랜치 머지 담당   |   ④ 충돌 발생 시 conflict_resolution: tech-lead-decides 적용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7000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🚫  workspace-map.json 배포 전에는 어떤 에이전트도 src/ 이하 파일을 수정할 수 없다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07  CLAUDE CLI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CLI 적용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현재 진행 중인 Git 프로젝트에 즉시 적용 가능한 5단계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1E335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.claude/ 구조 추가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.claude/agents .claude/skills .claude/commands .claude/output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CLAUDE.md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'.claude/output/' &gt;&gt; .gitignore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'/workspace/' &gt;&gt; .gitignore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solidFill>
            <a:srgbClr val="1E3352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76272"/>
            <a:ext cx="6400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76272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07008" y="21762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CLAUDE.md 작성 (자동 로드)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17627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회사 운영 규칙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인력은 .claude/agents/{역할}.md 로 정의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workspace-map.json 소유권 범위를 절대 침범하지 않음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.claude/output/parsed-spec.json 이 공통 기준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1E3352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6400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889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07008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agent.md 파일 작성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.claude/agents/document-parser.md 부터 순서대로 작성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우선순위: parser → pm → backend → frontend → database → devops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solidFill>
            <a:srgbClr val="1E335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73552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735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Step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07008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/start-project 커맨드 등록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2735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.claude/commands/start-project.md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/start-project ./docs/requirements.md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8229600" cy="457200"/>
          </a:xfrm>
          <a:prstGeom prst="rect">
            <a:avLst/>
          </a:prstGeom>
          <a:solidFill>
            <a:srgbClr val="1E3352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58184"/>
            <a:ext cx="64008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5818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Step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07008" y="3758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 CLI에서 실행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7581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# 프로젝트 루트에서 실행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/start-project ./docs/rfp.pdf   # 파이프라인 시작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15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</a:rPr>
              <a:t>CLAUDE.md 는 claude 명령어 실행 시 자동 로드 → 회사 규칙을 한 번만 작성하면 모든 에이전트가 동일한 컨텍스트로 시작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07  DIRECTORY STRUCTURE &amp; GIT STRATEGY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디렉터리 구조 및 Git 연동 전략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754880" cy="3474720"/>
          </a:xfrm>
          <a:prstGeom prst="rect">
            <a:avLst/>
          </a:prstGeom>
          <a:solidFill>
            <a:srgbClr val="0D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754880" cy="329184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git-project/  (현재 진행 중인 프로젝트)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38144" y="181051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Claude CLI 자동 로드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.claude/  [git 커밋 O — 회사 자산]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38144" y="2249424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인력 정의 (11종)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commands/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38144" y="246888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/start-project 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38144" y="268833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프레임워크 보일러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90779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output/  [.gitignore]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38144" y="290779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실행 산출물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12724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parsed-spec.json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project-plan.md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workspace-map.json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7856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workspace/  [.gitignore]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38144" y="378561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8"/>
                </a:solidFill>
              </a:rPr>
              <a:t>← 생성된 프로젝트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{project_id}/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42245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src/  tests/  migrations/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44398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Dockerfile  docker-compose.yml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README.md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76672" y="1417320"/>
            <a:ext cx="3310128" cy="3474720"/>
          </a:xfrm>
          <a:prstGeom prst="rect">
            <a:avLst/>
          </a:prstGeom>
          <a:solidFill>
            <a:srgbClr val="F8FA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6672" y="1417320"/>
            <a:ext cx="3310128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</a:rPr>
              <a:t>Git 전략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04688" y="1828800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1828800"/>
            <a:ext cx="30175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88366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회사 자산 커밋 (O)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21031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.claude/agents/ .claude/commands/ .claude/skills/ CLAUDE.md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04688" y="2578608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04688" y="2578608"/>
            <a:ext cx="3017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63347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출력물 제외 (.gitignore)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285292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.claude/output/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/workspace/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04688" y="3328416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04688" y="3328416"/>
            <a:ext cx="30175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38328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생성 프로젝트 별도 레포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77840" y="360273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workspace/{project_id}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&amp;&amp; git push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04688" y="4078224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04688" y="4078224"/>
            <a:ext cx="301752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413308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납품 시 ZIP 생성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435254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ZIP에 .claude/ 절대 미포함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A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소스코드만 전달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</a:rPr>
              <a:t>08  DEVELOPMENT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Phase 1만 완성해도 [문서 하나로 POC 코드] 데모가 가능하다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3493008"/>
          </a:xfrm>
          <a:prstGeom prst="rect">
            <a:avLst/>
          </a:prstGeom>
          <a:solidFill>
            <a:srgbClr val="1E3352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28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1~2주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최소 파이프라인 구동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24963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95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document-parser.md 완성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712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project-manager.md + 포맷 확정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34472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67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workspace-map.json 규칙 정의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92277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221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핵심 4인방 md 작성 (BE/FE/DB/DevOps)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43982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/start-project 커맨드 등록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1417320"/>
            <a:ext cx="2743200" cy="3493008"/>
          </a:xfrm>
          <a:prstGeom prst="rect">
            <a:avLst/>
          </a:prstGeom>
          <a:solidFill>
            <a:srgbClr val="1E3352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417320"/>
            <a:ext cx="27432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508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1728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2~4주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19476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다형식 지원 + 고도화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20440" y="249631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395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PDF·Excel 파싱 지원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297180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8712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tech-lead.md (병렬 조율+머지)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20440" y="344728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3467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security-engineer.md (OWASP)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20440" y="392277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38221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qa-lead.md (커버리지 기반)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20440" y="43982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도메인별 에이전트 특화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54496" y="1417320"/>
            <a:ext cx="2743200" cy="3493008"/>
          </a:xfrm>
          <a:prstGeom prst="rect">
            <a:avLst/>
          </a:prstGeom>
          <a:solidFill>
            <a:srgbClr val="1E335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14173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508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91656" y="1728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4~8주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91656" y="19476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관리 플랫폼 + 생태계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19088" y="2496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2395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에이전트 라이브러리 웹 UI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19088" y="2971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28712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프로젝트 히스토리 관리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19088" y="34472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33467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MCP 연동 (GitHub·Jira·Slack)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19088" y="39227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38221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멀티 프로젝트 동시 운영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19088" y="43982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74536" y="4297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8DCFA"/>
                </a:solidFill>
              </a:rPr>
              <a:t>에이전트 마켓플레이스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5001768"/>
            <a:ext cx="8229600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50017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</a:rPr>
              <a:t>지금 당장: document-parser.md → project-manager.md → workspace-map.json → 핵심 4인방 → /start-project 등록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E3352">
              <a:alpha val="30000"/>
            </a:srgbClr>
          </a:solidFill>
          <a:ln w="12700">
            <a:solidFill>
              <a:srgbClr val="1E33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C8"/>
                </a:solidFill>
              </a:rPr>
              <a:t>나만의 개발 Agent 회사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설계 원칙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7680960" cy="804672"/>
          </a:xfrm>
          <a:prstGeom prst="rect">
            <a:avLst/>
          </a:prstGeom>
          <a:solidFill>
            <a:srgbClr val="1E3352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76272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76272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21762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parsed-spec.json이 회사의 공통 언어다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61872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8C8"/>
                </a:solidFill>
              </a:rPr>
              <a:t>어떤 형식의 문서든 반드시 이 파일로 수렴한다. 파싱 품질이 전체 파이프라인 결과를 결정한다.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72384"/>
            <a:ext cx="7680960" cy="804672"/>
          </a:xfrm>
          <a:prstGeom prst="rect">
            <a:avLst/>
          </a:prstGeom>
          <a:solidFill>
            <a:srgbClr val="1E335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72384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72384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307238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workspace-map 없이 병렬 개발을 시작하지 않는다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61872" y="33649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8C8"/>
                </a:solidFill>
              </a:rPr>
              <a:t>tech-lead가 이 파일을 먼저 배포한 뒤에만 개발 에이전트들이 시작한다. owns 경로 밖의 파일은 절대 수정하지 않는다.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968496"/>
            <a:ext cx="7680960" cy="804672"/>
          </a:xfrm>
          <a:prstGeom prst="rect">
            <a:avLst/>
          </a:prstGeom>
          <a:solidFill>
            <a:srgbClr val="1E335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6849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68496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96849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.claude/agents/는 회사 자산 — 납품 시 절대 포함하지 않는다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61872" y="42611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8C8"/>
                </a:solidFill>
              </a:rPr>
              <a:t>에이전트 정의는 git에 커밋하고 팀이 공유한다. 생성된 코드만 고객에게 납품한다.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864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CFA"/>
                </a:solidFill>
              </a:rPr>
              <a:t>문서 한 장이 들어오면, Agent 팀이 POC 코드를 만든다.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개발 Agent 회사 기획서</dc:title>
  <dc:subject>PptxGenJS Presentation</dc:subject>
  <dc:creator>PptxGenJS</dc:creator>
  <cp:lastModifiedBy>PptxGenJS</cp:lastModifiedBy>
  <cp:revision>1</cp:revision>
  <dcterms:created xsi:type="dcterms:W3CDTF">2026-05-14T23:58:59Z</dcterms:created>
  <dcterms:modified xsi:type="dcterms:W3CDTF">2026-05-14T23:58:59Z</dcterms:modified>
</cp:coreProperties>
</file>